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is a design brief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4475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REQUEST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" y="178308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 a dashboard.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21024" y="1536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251960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16552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supervisor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836408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0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01000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delayed jobs before the morning stand-up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51960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16552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Laptop, weak connection, 40+ jobs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36408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01000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risk; open job details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51960" y="406908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16552" y="418795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16552" y="452628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finds one delayed job in under 20 seconds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480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prompt is not decoration. It is the product decision written down.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prompts describe a situation—not a screen.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the start, not the finish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59152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96896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61488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35424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0016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36208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73952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38544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74736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412480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7072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77072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51560" y="278892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16152" y="290779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PROMPT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16152" y="3246120"/>
            <a:ext cx="396849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made a page!”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32120" y="345643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≠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720840" y="278892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85432" y="290779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FIFTH PROMPT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85432" y="3246120"/>
            <a:ext cx="396849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solves the task.”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judgment lives in the loop.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meaning. CSS gives direction.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50749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55448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6916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37744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514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3200400"/>
            <a:ext cx="4434840" cy="1417320"/>
          </a:xfrm>
          <a:prstGeom prst="roundRect">
            <a:avLst>
              <a:gd name="adj" fmla="val 6452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480060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9377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action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HTML: what each region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367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 first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513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8513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belongs together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367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513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8513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eye moves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46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CSS: how the structure communicates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Agent for both: what each part is and how it should read.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is one moment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selected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job details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10896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8960" y="3200400"/>
            <a:ext cx="68580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4748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delayed jobs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0352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3657600"/>
            <a:ext cx="50292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0664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not load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B83B3B"/>
          </a:solidFill>
          <a:ln w="12700">
            <a:solidFill>
              <a:srgbClr val="B83B3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3660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0120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ready to review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9264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2D7A58"/>
          </a:solidFill>
          <a:ln w="12700">
            <a:solidFill>
              <a:srgbClr val="2D7A58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9264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9264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166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600200" y="5157216"/>
            <a:ext cx="8732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REQUEST → RESPONSE → RECOVERY 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 is the movement between these moments.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framework appear?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reusable filter panel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47288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11880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= “high”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34456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08776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3368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changes the filter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9594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970264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34856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list updates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2461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system above can ride in different vehicles: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76072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2531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2531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choice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9983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50976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7435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7435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416052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product idea. Different implementation vehicle.</a:t>
            </a:r>
            <a:endParaRPr lang="en-US" sz="2500" dirty="0"/>
          </a:p>
        </p:txBody>
      </p:sp>
      <p:sp>
        <p:nvSpPr>
          <p:cNvPr id="30" name="Shape 2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is the vehicle. The interaction is the design.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Figma link carries structured context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link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47288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11880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+ variables + layout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70448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08776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3368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31936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70264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34856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comparison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2801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447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3429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5379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25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MCP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025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48920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· components · variables · assets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Agent the selection and the user goal.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and MCP do different jobs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wall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follow these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Modus.”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playbook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workflow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form this way.”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244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5703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library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current facts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event is current?”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reduce guessing. They do not replace your brief.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invent a second design system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4846320" cy="731520"/>
          </a:xfrm>
          <a:prstGeom prst="roundRect">
            <a:avLst>
              <a:gd name="adj" fmla="val 1250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380744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SYSTEM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19072"/>
            <a:ext cx="4517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invents familiar-looking substitutes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56832" y="1261872"/>
            <a:ext cx="4846320" cy="731520"/>
          </a:xfrm>
          <a:prstGeom prst="roundRect">
            <a:avLst>
              <a:gd name="adj" fmla="val 125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1424" y="1380744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21424" y="1719072"/>
            <a:ext cx="4517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starts from shared product language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359152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Custom button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898648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0175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Almost-right spacing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557016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67588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New colors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15384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34256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One-off modal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93992" y="2240280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8584" y="2359152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Foundations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93992" y="2898648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58584" y="30175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Components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793992" y="3557016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58584" y="367588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93992" y="4215384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58584" y="4334256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Templates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017520" y="4983480"/>
            <a:ext cx="6126480" cy="685800"/>
          </a:xfrm>
          <a:prstGeom prst="roundRect">
            <a:avLst>
              <a:gd name="adj" fmla="val 13333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51023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“I made a design system!”  Designer: “We already have one.”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Modus. Change only what the product truly needs.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works” is a claim. The browser is evidence.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TASK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someone finish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STATES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5371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loading, error, success?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703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LAYOUT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5703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and wide?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KEYBOARD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visible and usable?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12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CONTENT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names and real volume?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9244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5703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REGRESSION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5703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earlier flow still work?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230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says: “Done.”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726680" y="5230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shows: evidence.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behavior. Do not accept the status message.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Figma to a prototype people can try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871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17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690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159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978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447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266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9735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381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5554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802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6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966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51560" y="2788920"/>
            <a:ext cx="9966960" cy="2331720"/>
          </a:xfrm>
          <a:prstGeom prst="arc">
            <a:avLst/>
          </a:prstGeom>
          <a:solidFill>
            <a:srgbClr val="FFFFFF">
              <a:alpha val="0"/>
            </a:srgbClr>
          </a:solidFill>
          <a:ln w="31750">
            <a:solidFill>
              <a:srgbClr val="F47F2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1520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96112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304288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468880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877056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41648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41648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49824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14416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614416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022592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87184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595360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59952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759952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10168128" y="3401568"/>
            <a:ext cx="1298448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332720" y="35204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332720" y="385876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914400" y="4892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shareable prototype turns opinion into something people can try.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not code. It is evidence for a product decision.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with Agent</dc:title>
  <dc:subject>Ten visual lessons for building a working prototype</dc:subject>
  <dc:creator>Modus AI Design Workshop</dc:creator>
  <cp:lastModifiedBy>Modus AI Design Workshop</cp:lastModifiedBy>
  <cp:revision>1</cp:revision>
  <dcterms:created xsi:type="dcterms:W3CDTF">2026-08-16T01:35:37Z</dcterms:created>
  <dcterms:modified xsi:type="dcterms:W3CDTF">2026-08-16T01:35:37Z</dcterms:modified>
</cp:coreProperties>
</file>