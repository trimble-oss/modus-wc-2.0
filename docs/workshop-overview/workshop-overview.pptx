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ASE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9C74F"/>
          </a:solidFill>
          <a:ln w="12700">
            <a:solidFill>
              <a:srgbClr val="F9C74F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64808"/>
            <a:ext cx="41148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7848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64808"/>
            <a:ext cx="41148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7848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3E63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595360" y="-1280160"/>
            <a:ext cx="4937760" cy="4937760"/>
          </a:xfrm>
          <a:prstGeom prst="ellipse">
            <a:avLst/>
          </a:prstGeom>
          <a:solidFill>
            <a:srgbClr val="F9C74F">
              <a:alpha val="22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424160" y="6355080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200" dirty="0">
                <a:solidFill>
                  <a:srgbClr val="F9C7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10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731520" y="1234440"/>
            <a:ext cx="95097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an idea to a working prototype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749808" y="3063240"/>
            <a:ext cx="9875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two-day workshop for product designers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749808" y="3721608"/>
            <a:ext cx="9875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describe the experience. Cursor builds the first version.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749808" y="4379976"/>
            <a:ext cx="9875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leave with a live prototype others can open and try.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64808"/>
            <a:ext cx="41148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7848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881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this matters for designers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691640"/>
            <a:ext cx="10881360" cy="960120"/>
          </a:xfrm>
          <a:prstGeom prst="roundRect">
            <a:avLst>
              <a:gd name="adj" fmla="val 9524"/>
            </a:avLst>
          </a:prstGeom>
          <a:solidFill>
            <a:srgbClr val="D9EBF7"/>
          </a:solidFill>
          <a:ln w="12700">
            <a:solidFill>
              <a:srgbClr val="D9EBF7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14400" y="1892808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Show a real flow, not only a static Figma file.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640080" y="2788920"/>
            <a:ext cx="10881360" cy="960120"/>
          </a:xfrm>
          <a:prstGeom prst="roundRect">
            <a:avLst>
              <a:gd name="adj" fmla="val 9524"/>
            </a:avLst>
          </a:prstGeom>
          <a:solidFill>
            <a:srgbClr val="DDEFE6"/>
          </a:solidFill>
          <a:ln w="12700">
            <a:solidFill>
              <a:srgbClr val="DDEFE6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2990088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Try the design with people before engineering starts.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640080" y="3886200"/>
            <a:ext cx="10881360" cy="960120"/>
          </a:xfrm>
          <a:prstGeom prst="roundRect">
            <a:avLst>
              <a:gd name="adj" fmla="val 9524"/>
            </a:avLst>
          </a:prstGeom>
          <a:solidFill>
            <a:srgbClr val="D9EBF7"/>
          </a:solidFill>
          <a:ln w="12700">
            <a:solidFill>
              <a:srgbClr val="D9EBF7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4087368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Modus so the prototype already looks like Trimble.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640080" y="4983480"/>
            <a:ext cx="10881360" cy="960120"/>
          </a:xfrm>
          <a:prstGeom prst="roundRect">
            <a:avLst>
              <a:gd name="adj" fmla="val 9524"/>
            </a:avLst>
          </a:prstGeom>
          <a:solidFill>
            <a:srgbClr val="DDEFE6"/>
          </a:solidFill>
          <a:ln w="12700">
            <a:solidFill>
              <a:srgbClr val="DDEFE6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0" y="5184648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Stay in charge of the product decisions.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64808"/>
            <a:ext cx="41148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7848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881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days. One working prototype.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691640"/>
            <a:ext cx="10881360" cy="960120"/>
          </a:xfrm>
          <a:prstGeom prst="roundRect">
            <a:avLst>
              <a:gd name="adj" fmla="val 9524"/>
            </a:avLst>
          </a:prstGeom>
          <a:solidFill>
            <a:srgbClr val="D9EBF7"/>
          </a:solidFill>
          <a:ln w="12700">
            <a:solidFill>
              <a:srgbClr val="D9EBF7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96112" y="1947672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006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 1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2606040" y="1947672"/>
            <a:ext cx="8595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Turn a simple idea into an interactive page.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640080" y="2788920"/>
            <a:ext cx="10881360" cy="960120"/>
          </a:xfrm>
          <a:prstGeom prst="roundRect">
            <a:avLst>
              <a:gd name="adj" fmla="val 9524"/>
            </a:avLst>
          </a:prstGeom>
          <a:solidFill>
            <a:srgbClr val="DDEFE6"/>
          </a:solidFill>
          <a:ln w="12700">
            <a:solidFill>
              <a:srgbClr val="DDEFE6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96112" y="3044952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006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 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2606040" y="3044952"/>
            <a:ext cx="8595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Connect Figma, Cursor, and Modus.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640080" y="3886200"/>
            <a:ext cx="10881360" cy="960120"/>
          </a:xfrm>
          <a:prstGeom prst="roundRect">
            <a:avLst>
              <a:gd name="adj" fmla="val 9524"/>
            </a:avLst>
          </a:prstGeom>
          <a:solidFill>
            <a:srgbClr val="D9EBF7"/>
          </a:solidFill>
          <a:ln w="12700">
            <a:solidFill>
              <a:srgbClr val="D9EBF7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96112" y="4142232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006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 2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2606040" y="4142232"/>
            <a:ext cx="8595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the Trimble-looking version.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640080" y="4983480"/>
            <a:ext cx="10881360" cy="960120"/>
          </a:xfrm>
          <a:prstGeom prst="roundRect">
            <a:avLst>
              <a:gd name="adj" fmla="val 9524"/>
            </a:avLst>
          </a:prstGeom>
          <a:solidFill>
            <a:srgbClr val="DDEFE6"/>
          </a:solidFill>
          <a:ln w="12700">
            <a:solidFill>
              <a:srgbClr val="DDEFE6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96112" y="5239512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006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 2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2606040" y="5239512"/>
            <a:ext cx="8595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 a live link people can use.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64808"/>
            <a:ext cx="41148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7848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881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 with a page people can see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691640"/>
            <a:ext cx="10881360" cy="960120"/>
          </a:xfrm>
          <a:prstGeom prst="roundRect">
            <a:avLst>
              <a:gd name="adj" fmla="val 9524"/>
            </a:avLst>
          </a:prstGeom>
          <a:solidFill>
            <a:srgbClr val="D9EBF7"/>
          </a:solidFill>
          <a:ln w="12700">
            <a:solidFill>
              <a:srgbClr val="D9EBF7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14400" y="1892808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Bring a real screen or a real user problem.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640080" y="2788920"/>
            <a:ext cx="10881360" cy="960120"/>
          </a:xfrm>
          <a:prstGeom prst="roundRect">
            <a:avLst>
              <a:gd name="adj" fmla="val 9524"/>
            </a:avLst>
          </a:prstGeom>
          <a:solidFill>
            <a:srgbClr val="DDEFE6"/>
          </a:solidFill>
          <a:ln w="12700">
            <a:solidFill>
              <a:srgbClr val="DDEFE6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2990088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Describe who it is for and what they need to do.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640080" y="3886200"/>
            <a:ext cx="10881360" cy="960120"/>
          </a:xfrm>
          <a:prstGeom prst="roundRect">
            <a:avLst>
              <a:gd name="adj" fmla="val 9524"/>
            </a:avLst>
          </a:prstGeom>
          <a:solidFill>
            <a:srgbClr val="D9EBF7"/>
          </a:solidFill>
          <a:ln w="12700">
            <a:solidFill>
              <a:srgbClr val="D9EBF7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4087368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Watch the first result in Preview.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640080" y="4983480"/>
            <a:ext cx="10881360" cy="960120"/>
          </a:xfrm>
          <a:prstGeom prst="roundRect">
            <a:avLst>
              <a:gd name="adj" fmla="val 9524"/>
            </a:avLst>
          </a:prstGeom>
          <a:solidFill>
            <a:srgbClr val="DDEFE6"/>
          </a:solidFill>
          <a:ln w="12700">
            <a:solidFill>
              <a:srgbClr val="DDEFE6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0" y="5184648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for one clear improvement at a time.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64808"/>
            <a:ext cx="41148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7848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881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Then make it feel like a product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691640"/>
            <a:ext cx="10881360" cy="960120"/>
          </a:xfrm>
          <a:prstGeom prst="roundRect">
            <a:avLst>
              <a:gd name="adj" fmla="val 9524"/>
            </a:avLst>
          </a:prstGeom>
          <a:solidFill>
            <a:srgbClr val="D9EBF7"/>
          </a:solidFill>
          <a:ln w="12700">
            <a:solidFill>
              <a:srgbClr val="D9EBF7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14400" y="1892808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screenshot shows one moment. A product changes.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640080" y="2788920"/>
            <a:ext cx="10881360" cy="960120"/>
          </a:xfrm>
          <a:prstGeom prst="roundRect">
            <a:avLst>
              <a:gd name="adj" fmla="val 9524"/>
            </a:avLst>
          </a:prstGeom>
          <a:solidFill>
            <a:srgbClr val="DDEFE6"/>
          </a:solidFill>
          <a:ln w="12700">
            <a:solidFill>
              <a:srgbClr val="DDEFE6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2990088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 one useful interaction: open, select, filter, or confirm.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640080" y="3886200"/>
            <a:ext cx="10881360" cy="960120"/>
          </a:xfrm>
          <a:prstGeom prst="roundRect">
            <a:avLst>
              <a:gd name="adj" fmla="val 9524"/>
            </a:avLst>
          </a:prstGeom>
          <a:solidFill>
            <a:srgbClr val="D9EBF7"/>
          </a:solidFill>
          <a:ln w="12700">
            <a:solidFill>
              <a:srgbClr val="D9EBF7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4087368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Show what happens before, during, if it fails, and after it works.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640080" y="4983480"/>
            <a:ext cx="10881360" cy="960120"/>
          </a:xfrm>
          <a:prstGeom prst="roundRect">
            <a:avLst>
              <a:gd name="adj" fmla="val 9524"/>
            </a:avLst>
          </a:prstGeom>
          <a:solidFill>
            <a:srgbClr val="DDEFE6"/>
          </a:solidFill>
          <a:ln w="12700">
            <a:solidFill>
              <a:srgbClr val="DDEFE6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0" y="5184648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Let someone else try it without extra explanation.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64808"/>
            <a:ext cx="41148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7848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881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Bring Figma, Cursor, and Modus together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691640"/>
            <a:ext cx="10881360" cy="960120"/>
          </a:xfrm>
          <a:prstGeom prst="roundRect">
            <a:avLst>
              <a:gd name="adj" fmla="val 9524"/>
            </a:avLst>
          </a:prstGeom>
          <a:solidFill>
            <a:srgbClr val="D9EBF7"/>
          </a:solidFill>
          <a:ln w="12700">
            <a:solidFill>
              <a:srgbClr val="D9EBF7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14400" y="1892808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Paste a Figma selection into Cursor.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640080" y="2788920"/>
            <a:ext cx="10881360" cy="960120"/>
          </a:xfrm>
          <a:prstGeom prst="roundRect">
            <a:avLst>
              <a:gd name="adj" fmla="val 9524"/>
            </a:avLst>
          </a:prstGeom>
          <a:solidFill>
            <a:srgbClr val="DDEFE6"/>
          </a:solidFill>
          <a:ln w="12700">
            <a:solidFill>
              <a:srgbClr val="DDEFE6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2990088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Give Cursor the Modus standards and component guidance.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640080" y="3886200"/>
            <a:ext cx="10881360" cy="960120"/>
          </a:xfrm>
          <a:prstGeom prst="roundRect">
            <a:avLst>
              <a:gd name="adj" fmla="val 9524"/>
            </a:avLst>
          </a:prstGeom>
          <a:solidFill>
            <a:srgbClr val="D9EBF7"/>
          </a:solidFill>
          <a:ln w="12700">
            <a:solidFill>
              <a:srgbClr val="D9EBF7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4087368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Keep the conversation in Agent and Preview.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640080" y="4983480"/>
            <a:ext cx="10881360" cy="960120"/>
          </a:xfrm>
          <a:prstGeom prst="roundRect">
            <a:avLst>
              <a:gd name="adj" fmla="val 9524"/>
            </a:avLst>
          </a:prstGeom>
          <a:solidFill>
            <a:srgbClr val="DDEFE6"/>
          </a:solidFill>
          <a:ln w="12700">
            <a:solidFill>
              <a:srgbClr val="DDEFE6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0" y="5184648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Compare the result with the design and adjust.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64808"/>
            <a:ext cx="41148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7848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881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the Modus version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691640"/>
            <a:ext cx="10881360" cy="960120"/>
          </a:xfrm>
          <a:prstGeom prst="roundRect">
            <a:avLst>
              <a:gd name="adj" fmla="val 9524"/>
            </a:avLst>
          </a:prstGeom>
          <a:solidFill>
            <a:srgbClr val="D9EBF7"/>
          </a:solidFill>
          <a:ln w="12700">
            <a:solidFill>
              <a:srgbClr val="D9EBF7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14400" y="1892808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existing Modus components, patterns, and templates.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640080" y="2788920"/>
            <a:ext cx="10881360" cy="960120"/>
          </a:xfrm>
          <a:prstGeom prst="roundRect">
            <a:avLst>
              <a:gd name="adj" fmla="val 9524"/>
            </a:avLst>
          </a:prstGeom>
          <a:solidFill>
            <a:srgbClr val="DDEFE6"/>
          </a:solidFill>
          <a:ln w="12700">
            <a:solidFill>
              <a:srgbClr val="DDEFE6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2990088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Keep the look, spacing, and language consistent.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640080" y="3886200"/>
            <a:ext cx="10881360" cy="960120"/>
          </a:xfrm>
          <a:prstGeom prst="roundRect">
            <a:avLst>
              <a:gd name="adj" fmla="val 9524"/>
            </a:avLst>
          </a:prstGeom>
          <a:solidFill>
            <a:srgbClr val="D9EBF7"/>
          </a:solidFill>
          <a:ln w="12700">
            <a:solidFill>
              <a:srgbClr val="D9EBF7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4087368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 the flow on a phone-width and a wide screen.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640080" y="4983480"/>
            <a:ext cx="10881360" cy="960120"/>
          </a:xfrm>
          <a:prstGeom prst="roundRect">
            <a:avLst>
              <a:gd name="adj" fmla="val 9524"/>
            </a:avLst>
          </a:prstGeom>
          <a:solidFill>
            <a:srgbClr val="DDEFE6"/>
          </a:solidFill>
          <a:ln w="12700">
            <a:solidFill>
              <a:srgbClr val="DDEFE6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0" y="5184648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Make sure people can complete the task with a keyboard.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64808"/>
            <a:ext cx="41148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7848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881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Practice, feedback, and questions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691640"/>
            <a:ext cx="10881360" cy="960120"/>
          </a:xfrm>
          <a:prstGeom prst="roundRect">
            <a:avLst>
              <a:gd name="adj" fmla="val 9524"/>
            </a:avLst>
          </a:prstGeom>
          <a:solidFill>
            <a:srgbClr val="D9EBF7"/>
          </a:solidFill>
          <a:ln w="12700">
            <a:solidFill>
              <a:srgbClr val="D9EBF7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14400" y="1892808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Most of the time is spent building, not watching slides.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640080" y="2788920"/>
            <a:ext cx="10881360" cy="960120"/>
          </a:xfrm>
          <a:prstGeom prst="roundRect">
            <a:avLst>
              <a:gd name="adj" fmla="val 9524"/>
            </a:avLst>
          </a:prstGeom>
          <a:solidFill>
            <a:srgbClr val="DDEFE6"/>
          </a:solidFill>
          <a:ln w="12700">
            <a:solidFill>
              <a:srgbClr val="DDEFE6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2990088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will try the work, get feedback, and improve it.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640080" y="3886200"/>
            <a:ext cx="10881360" cy="960120"/>
          </a:xfrm>
          <a:prstGeom prst="roundRect">
            <a:avLst>
              <a:gd name="adj" fmla="val 9524"/>
            </a:avLst>
          </a:prstGeom>
          <a:solidFill>
            <a:srgbClr val="D9EBF7"/>
          </a:solidFill>
          <a:ln w="12700">
            <a:solidFill>
              <a:srgbClr val="D9EBF7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4087368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Bring questions as they come up.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640080" y="4983480"/>
            <a:ext cx="10881360" cy="960120"/>
          </a:xfrm>
          <a:prstGeom prst="roundRect">
            <a:avLst>
              <a:gd name="adj" fmla="val 9524"/>
            </a:avLst>
          </a:prstGeom>
          <a:solidFill>
            <a:srgbClr val="DDEFE6"/>
          </a:solidFill>
          <a:ln w="12700">
            <a:solidFill>
              <a:srgbClr val="DDEFE6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0" y="5184648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goal is a prototype you can explain and share.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64808"/>
            <a:ext cx="41148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7848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881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 the working result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691640"/>
            <a:ext cx="10881360" cy="960120"/>
          </a:xfrm>
          <a:prstGeom prst="roundRect">
            <a:avLst>
              <a:gd name="adj" fmla="val 9524"/>
            </a:avLst>
          </a:prstGeom>
          <a:solidFill>
            <a:srgbClr val="D9EBF7"/>
          </a:solidFill>
          <a:ln w="12700">
            <a:solidFill>
              <a:srgbClr val="D9EBF7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14400" y="1892808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Save the prototype in your GitHub account.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640080" y="2788920"/>
            <a:ext cx="10881360" cy="960120"/>
          </a:xfrm>
          <a:prstGeom prst="roundRect">
            <a:avLst>
              <a:gd name="adj" fmla="val 9524"/>
            </a:avLst>
          </a:prstGeom>
          <a:solidFill>
            <a:srgbClr val="DDEFE6"/>
          </a:solidFill>
          <a:ln w="12700">
            <a:solidFill>
              <a:srgbClr val="DDEFE6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2990088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Publish a live link another person can open.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640080" y="3886200"/>
            <a:ext cx="10881360" cy="960120"/>
          </a:xfrm>
          <a:prstGeom prst="roundRect">
            <a:avLst>
              <a:gd name="adj" fmla="val 9524"/>
            </a:avLst>
          </a:prstGeom>
          <a:solidFill>
            <a:srgbClr val="D9EBF7"/>
          </a:solidFill>
          <a:ln w="12700">
            <a:solidFill>
              <a:srgbClr val="D9EBF7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4087368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 the Figma, the repository, and the preview together.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640080" y="4983480"/>
            <a:ext cx="10881360" cy="960120"/>
          </a:xfrm>
          <a:prstGeom prst="roundRect">
            <a:avLst>
              <a:gd name="adj" fmla="val 9524"/>
            </a:avLst>
          </a:prstGeom>
          <a:solidFill>
            <a:srgbClr val="DDEFE6"/>
          </a:solidFill>
          <a:ln w="12700">
            <a:solidFill>
              <a:srgbClr val="DDEFE6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0" y="5184648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Say clearly what is finished and what still needs work.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64808"/>
            <a:ext cx="41148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7848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3E63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595360" y="-1280160"/>
            <a:ext cx="4937760" cy="4937760"/>
          </a:xfrm>
          <a:prstGeom prst="ellipse">
            <a:avLst/>
          </a:prstGeom>
          <a:solidFill>
            <a:srgbClr val="F9C74F">
              <a:alpha val="22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424160" y="6355080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200" dirty="0">
                <a:solidFill>
                  <a:srgbClr val="F9C7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10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731520" y="1234440"/>
            <a:ext cx="95097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leave able to do this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749808" y="3063240"/>
            <a:ext cx="9875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Turn a design idea into a running page.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749808" y="3721608"/>
            <a:ext cx="9875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 Cursor until the experience feels right.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749808" y="4379976"/>
            <a:ext cx="9875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with Modus instead of a one-off visual.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749808" y="5038344"/>
            <a:ext cx="9875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 a prototype Product and Engineering can try.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64808"/>
            <a:ext cx="41148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7848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Trimble Modus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From an Idea to a Working Prototype</dc:title>
  <dc:subject>A two-day Cursor and Modus workshop for designers</dc:subject>
  <dc:creator>Modus AI Design Workshop</dc:creator>
  <cp:lastModifiedBy>Modus AI Design Workshop</cp:lastModifiedBy>
  <cp:revision>1</cp:revision>
  <dcterms:created xsi:type="dcterms:W3CDTF">2026-08-15T16:50:54Z</dcterms:created>
  <dcterms:modified xsi:type="dcterms:W3CDTF">2026-08-15T16:50:54Z</dcterms:modified>
</cp:coreProperties>
</file>