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C74F"/>
          </a:solidFill>
          <a:ln w="12700">
            <a:solidFill>
              <a:srgbClr val="F9C74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E6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1280160"/>
            <a:ext cx="4937760" cy="4937760"/>
          </a:xfrm>
          <a:prstGeom prst="ellipse">
            <a:avLst/>
          </a:prstGeom>
          <a:solidFill>
            <a:srgbClr val="F9C74F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24160" y="6355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9509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 idea to a working prototype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two-day workshop for product designers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37216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describe the experience. Cursor builds the first version.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9808" y="437997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leave with a live prototype others can open and try.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designers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real flow, not only a static Figma file.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the design with people before engineering starts.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Modus so the prototype already looks like Trimble.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in charge of the product decisions.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days. One working prototype.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194767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606040" y="1947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 simple idea into an interactive page.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30449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606040" y="304495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Figma, Cursor, and Modus.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41422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06040" y="414223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Trimble-looking version.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52395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6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06040" y="523951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a live link people can use.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page people can see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 real screen or a real user problem.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who it is for and what they need to do.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first result in Preview.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one clear improvement at a time.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make it feel like a product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screenshot shows one moment. A product changes.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one useful interaction: open, select, filter, or confirm.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what happens before, during, if it fails, and after it works.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someone else try it without extra explanation.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Figma, Cursor, and Modus together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a Figma selection into Cursor.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Cursor the Modus standards and component guidance.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conversation in Agent and Preview.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the result with the design and adjust.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Modus version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existing Modus components, patterns, and templates.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look, spacing, and language consistent.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flow on a phone-width and a wide screen.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sure people can complete the task with a keyboard.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Practice, feedback, and questions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time is spent building, not watching slides.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try the work, get feedback, and improve it.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questions as they come up.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is a prototype you can explain and share.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the working result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9280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the prototype in your GitHub account.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9008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a live link another person can open.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9EBF7"/>
          </a:solidFill>
          <a:ln w="12700">
            <a:solidFill>
              <a:srgbClr val="D9EBF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087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the Figma, the repository, and the preview together.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DDEFE6"/>
          </a:solidFill>
          <a:ln w="12700">
            <a:solidFill>
              <a:srgbClr val="DDEFE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5184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24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clearly what is finished and what still needs work.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E6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1280160"/>
            <a:ext cx="4937760" cy="4937760"/>
          </a:xfrm>
          <a:prstGeom prst="ellipse">
            <a:avLst/>
          </a:prstGeom>
          <a:solidFill>
            <a:srgbClr val="F9C74F">
              <a:alpha val="2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424160" y="63550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F9C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9509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leave able to do this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 design idea into a running page.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37216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Cursor until the experience feels right.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9808" y="437997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with Modus instead of a one-off visual.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49808" y="503834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a prototype Product and Engineering can try.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64808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784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Trimble Modus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an Idea to a Working Prototype</dc:title>
  <dc:subject>A two-day Cursor and Modus workshop for designers</dc:subject>
  <dc:creator>Modus AI Design Workshop</dc:creator>
  <cp:lastModifiedBy>Modus AI Design Workshop</cp:lastModifiedBy>
  <cp:revision>1</cp:revision>
  <dcterms:created xsi:type="dcterms:W3CDTF">2026-08-15T16:56:43Z</dcterms:created>
  <dcterms:modified xsi:type="dcterms:W3CDTF">2026-08-15T16:56:43Z</dcterms:modified>
</cp:coreProperties>
</file>